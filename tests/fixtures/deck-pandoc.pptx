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notesMaster" Target="notesMasters/notesMaster1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Mention pricing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Launch review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Signups up 12%</a:t>
            </a:r>
          </a:p>
          <a:p>
            <a:pPr lvl="0"/>
            <a:r>
              <a:rPr/>
              <a:t>Churn down to 3.1%</a:t>
            </a:r>
          </a:p>
          <a:p>
            <a:pPr lvl="1"/>
            <a:r>
              <a:rPr/>
              <a:t>Enterprise: 1.2%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Goal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Launch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Launch review</dc:title>
  <dc:creator/>
  <cp:keywords/>
  <dcterms:created xsi:type="dcterms:W3CDTF">2026-10-27T22:48:18Z</dcterms:created>
  <dcterms:modified xsi:type="dcterms:W3CDTF">2026-10-27T22:48:18Z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